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3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F3F"/>
    <a:srgbClr val="061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A1B0C-C19F-4D9B-A546-931F20B3C9D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9FF55-7C61-47B1-9CDD-3874FB9C2E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81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9FF55-7C61-47B1-9CDD-3874FB9C2E3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996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CCAAA-7052-30EC-2C7B-C3A5B0CE3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9779FF-9688-9E23-9A46-9D2A7B712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C18BE0-71AE-EF57-50CF-61408E3F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B73217-81C7-1843-FDFD-6157BC9D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EEC186-4BC7-5A6C-67D8-81D70498E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63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906CE3-ABBE-551F-488B-8FC91FE2B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0CA707-B288-6D6F-D310-FE56FCA4B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66B1C8-20B6-A2E4-EFB1-B7ED762B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780E1F-AC4F-9ED2-5EF1-C9EE940F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FFDBC7-927B-3722-09E9-C9BA1859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50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39456-90CC-2155-DC4A-374061C41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94991E-8C21-1238-4A40-F8153B213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2A8B88-597C-0D18-7313-A877AF2BC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8F0D10-D7FA-6E8E-6AE3-4D383969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601FD6-09D3-2A1A-7FC9-5663E0FFA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17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CA733-A36A-4EC5-76F5-4115868F1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B5CE8-0EEB-304C-91D0-D26B6EA5B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EB77AF-1CA4-5E31-6BBA-9996720A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0FC77C-85F3-DFE5-EDD1-B1C9B4CB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6D3A7E-053E-8989-7FB2-5D819E80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56B1D0-7C7E-23C2-2D2C-FB4358DF1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69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0CA69-393F-42BB-C82A-A7D9E6BC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CEA59E-3503-BF29-E7F3-A5D295DF3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744774-E91E-93EA-9584-89E0F2677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C74645-41E2-E003-E7C8-4B6A1EC88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83932E-07A0-8015-7E0F-C7B298D399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31A01B4-0FB0-E361-3D39-0BFBD8BD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3ACAD2-52FB-9477-D640-9F1DC03DD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1047FE7-77CD-8DB8-70B2-D819E224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122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4EE4C7-119C-6458-3AB4-0544F2AC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AD44CCE-62E8-5D8F-B06C-5CDE3118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7511558-0E82-2B6C-1697-D3669685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B94F3C-7101-F988-72D7-65ED6910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187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90DDCC2-06C1-30E7-C64D-4B0DE2BDD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FC881ED-4F1D-F0E3-CF4C-AA6CD9027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20383E-15CA-F9A9-54F9-5AC750A7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67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881F59-D736-D228-C31D-0B1BCC9F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A1487B-5BC9-9490-7461-CDF38AEFF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1DBBEB-ECC6-2C08-712D-E7391D42E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633401-A157-9BBF-181C-3A3FC941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F92887-5719-D593-E709-82BE36E0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9D7C04-B860-31F2-E1FA-FA4880511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96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874DA-C0F8-677E-70E1-B7D993E7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7B59BA9-6AB3-C8EB-3CD1-22025D189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0A2B47-40D8-CB70-1A44-F9C92905E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108938-C3FA-0D5C-DE59-2EC37CF71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06E43D-94C2-8925-8749-174A557F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0D071D-1D83-BBBB-1F41-F9B2C09E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828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F3C97-441C-EA59-FA7E-C6E3E1CFF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AFE3C6-7ABB-AA03-938C-01D809C3F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7D795F-FFF0-9C6F-338B-08533BB6F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CD7796-150A-F133-D43E-1AEDB580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1D0301-8909-E55D-B8CA-B5C5CCBA9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590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C67C79A-1C8B-F7E1-7E78-229D4B0AB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FE69A2-6E46-737D-A8A0-04E90EE11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00253A-14D3-27AA-9CDB-4C8D134C6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5745DC-59FD-5F09-777B-52432FCC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171324-46E4-E973-11AE-CB03C245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46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45F81"/>
            </a:gs>
            <a:gs pos="0">
              <a:schemeClr val="accent1">
                <a:lumMod val="14000"/>
              </a:schemeClr>
            </a:gs>
            <a:gs pos="100000">
              <a:schemeClr val="accent1">
                <a:lumMod val="97000"/>
                <a:lumOff val="3000"/>
              </a:schemeClr>
            </a:gs>
            <a:gs pos="99000">
              <a:schemeClr val="accent1">
                <a:lumMod val="5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6F2750-C9C9-EADF-6EE3-F60CE1FCA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59679C-0C61-2CCB-BEF6-63DD709A4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3A6EE0-ABD3-8702-BC30-3A2ACF3C1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57A07-1C71-4975-BEB5-DE9AB98F1B4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244227-0FD1-4907-842E-77782FF5D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D42F64-4BF8-98E0-6940-9588694F0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4B187-DE95-402C-90B6-2BC36E6DE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511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5018BC5-4628-0696-9847-1FAC4DDE7BDD}"/>
              </a:ext>
            </a:extLst>
          </p:cNvPr>
          <p:cNvSpPr txBox="1"/>
          <p:nvPr/>
        </p:nvSpPr>
        <p:spPr>
          <a:xfrm>
            <a:off x="349045" y="485141"/>
            <a:ext cx="11493910" cy="1372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6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Логистическая Система Учета</a:t>
            </a:r>
          </a:p>
        </p:txBody>
      </p:sp>
      <p:pic>
        <p:nvPicPr>
          <p:cNvPr id="5" name="Рисунок 4" descr="Изображение выглядит как символ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BF0696-38D8-95BA-09A5-DDFAF52FE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912" y="1857824"/>
            <a:ext cx="3001296" cy="3055319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99588C-AF8C-E7A6-B80B-D30038160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074" y="1177060"/>
            <a:ext cx="4503880" cy="4503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4399A2-1E54-C525-2606-8C72CD1404DA}"/>
              </a:ext>
            </a:extLst>
          </p:cNvPr>
          <p:cNvSpPr txBox="1"/>
          <p:nvPr/>
        </p:nvSpPr>
        <p:spPr>
          <a:xfrm>
            <a:off x="157316" y="5734475"/>
            <a:ext cx="120346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Участники команды</a:t>
            </a: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ru-RU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Гаран Ярослав, Дедюхин Денис, Александров Андрей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5122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4C35ED3-D263-12E0-102B-A6D46415DD6C}"/>
              </a:ext>
            </a:extLst>
          </p:cNvPr>
          <p:cNvSpPr/>
          <p:nvPr/>
        </p:nvSpPr>
        <p:spPr>
          <a:xfrm>
            <a:off x="299454" y="1200243"/>
            <a:ext cx="11499256" cy="102616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899EB178-2E65-FA49-8A62-C5CE9814FFB1}"/>
              </a:ext>
            </a:extLst>
          </p:cNvPr>
          <p:cNvSpPr/>
          <p:nvPr/>
        </p:nvSpPr>
        <p:spPr>
          <a:xfrm>
            <a:off x="299454" y="429146"/>
            <a:ext cx="5574539" cy="668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ru-RU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 чем проект?</a:t>
            </a:r>
            <a:endParaRPr lang="en-US" sz="5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C32C9AD-A26D-3F3C-B2D4-11FEA7CD1EF9}"/>
              </a:ext>
            </a:extLst>
          </p:cNvPr>
          <p:cNvSpPr/>
          <p:nvPr/>
        </p:nvSpPr>
        <p:spPr>
          <a:xfrm>
            <a:off x="464048" y="1322161"/>
            <a:ext cx="11657194" cy="102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«Логистическая Система Учета» — платформа для автоматизации бухгалтерии и документооборота в логистических компаниях.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CDE1F9-EC45-363A-338B-6C9EC438F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315" y="2470243"/>
            <a:ext cx="9123369" cy="411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6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2534304-DF02-5513-6DCC-69320C2C0391}"/>
              </a:ext>
            </a:extLst>
          </p:cNvPr>
          <p:cNvSpPr/>
          <p:nvPr/>
        </p:nvSpPr>
        <p:spPr>
          <a:xfrm>
            <a:off x="5943600" y="1897626"/>
            <a:ext cx="5775960" cy="435133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3015878-3DF8-BC75-0B6A-59FF7C269405}"/>
              </a:ext>
            </a:extLst>
          </p:cNvPr>
          <p:cNvSpPr/>
          <p:nvPr/>
        </p:nvSpPr>
        <p:spPr>
          <a:xfrm>
            <a:off x="91440" y="1897626"/>
            <a:ext cx="5775960" cy="435133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C47F2-8AD9-2F19-1744-0A55BC40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205" y="378142"/>
            <a:ext cx="7133590" cy="1325563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Основные функции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53E51B-3D60-D16D-8484-7E9B9E519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" y="2006600"/>
            <a:ext cx="5358089" cy="4351338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Ролевая аутентификация и журнал действий.</a:t>
            </a:r>
          </a:p>
          <a:p>
            <a:r>
              <a:rPr lang="ru-RU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Конструктор накладных и счетов с шаблонами и вложениями.</a:t>
            </a:r>
          </a:p>
          <a:p>
            <a:r>
              <a:rPr lang="ru-RU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Поиск по клиентам, накладным, статусам и датам.</a:t>
            </a:r>
          </a:p>
          <a:p>
            <a:endParaRPr lang="ru-RU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B92142A4-1C30-0046-58E2-A365ABEC4B7E}"/>
              </a:ext>
            </a:extLst>
          </p:cNvPr>
          <p:cNvSpPr txBox="1">
            <a:spLocks/>
          </p:cNvSpPr>
          <p:nvPr/>
        </p:nvSpPr>
        <p:spPr>
          <a:xfrm>
            <a:off x="5943600" y="1897626"/>
            <a:ext cx="59029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Экспорт отчетов в PDF</a:t>
            </a:r>
            <a:r>
              <a:rPr lang="ru-RU" sz="3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/Excel.</a:t>
            </a:r>
            <a:endParaRPr lang="ru-RU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Мониторинг всех процессов: накладные, пользователи, отчёты.</a:t>
            </a:r>
          </a:p>
          <a:p>
            <a:r>
              <a:rPr lang="ru-RU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Уведомления о смене статуса.</a:t>
            </a:r>
          </a:p>
        </p:txBody>
      </p:sp>
    </p:spTree>
    <p:extLst>
      <p:ext uri="{BB962C8B-B14F-4D97-AF65-F5344CB8AC3E}">
        <p14:creationId xmlns:p14="http://schemas.microsoft.com/office/powerpoint/2010/main" val="1054096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трелка: вниз 20">
            <a:extLst>
              <a:ext uri="{FF2B5EF4-FFF2-40B4-BE49-F238E27FC236}">
                <a16:creationId xmlns:a16="http://schemas.microsoft.com/office/drawing/2014/main" id="{C1958D9C-64CF-3466-DCDD-328DA5117AB6}"/>
              </a:ext>
            </a:extLst>
          </p:cNvPr>
          <p:cNvSpPr/>
          <p:nvPr/>
        </p:nvSpPr>
        <p:spPr>
          <a:xfrm>
            <a:off x="5746955" y="2872104"/>
            <a:ext cx="484238" cy="5177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: вниз 21">
            <a:extLst>
              <a:ext uri="{FF2B5EF4-FFF2-40B4-BE49-F238E27FC236}">
                <a16:creationId xmlns:a16="http://schemas.microsoft.com/office/drawing/2014/main" id="{98AA1535-C025-D0BF-703F-1FCBDC1C1378}"/>
              </a:ext>
            </a:extLst>
          </p:cNvPr>
          <p:cNvSpPr/>
          <p:nvPr/>
        </p:nvSpPr>
        <p:spPr>
          <a:xfrm>
            <a:off x="7847372" y="2872103"/>
            <a:ext cx="484238" cy="5177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трелка: вниз 25">
            <a:extLst>
              <a:ext uri="{FF2B5EF4-FFF2-40B4-BE49-F238E27FC236}">
                <a16:creationId xmlns:a16="http://schemas.microsoft.com/office/drawing/2014/main" id="{BF5B2EBF-BF9C-9F92-1D3F-FB38D847EA97}"/>
              </a:ext>
            </a:extLst>
          </p:cNvPr>
          <p:cNvSpPr/>
          <p:nvPr/>
        </p:nvSpPr>
        <p:spPr>
          <a:xfrm>
            <a:off x="5095567" y="5329103"/>
            <a:ext cx="363794" cy="5075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: вниз 23">
            <a:extLst>
              <a:ext uri="{FF2B5EF4-FFF2-40B4-BE49-F238E27FC236}">
                <a16:creationId xmlns:a16="http://schemas.microsoft.com/office/drawing/2014/main" id="{6C5703B1-053C-1B94-B388-A32A4EBB7E4A}"/>
              </a:ext>
            </a:extLst>
          </p:cNvPr>
          <p:cNvSpPr/>
          <p:nvPr/>
        </p:nvSpPr>
        <p:spPr>
          <a:xfrm>
            <a:off x="5095567" y="4360281"/>
            <a:ext cx="363794" cy="5075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: вниз 22">
            <a:extLst>
              <a:ext uri="{FF2B5EF4-FFF2-40B4-BE49-F238E27FC236}">
                <a16:creationId xmlns:a16="http://schemas.microsoft.com/office/drawing/2014/main" id="{4414B8A8-74D4-D32A-46CE-75AE244DB839}"/>
              </a:ext>
            </a:extLst>
          </p:cNvPr>
          <p:cNvSpPr/>
          <p:nvPr/>
        </p:nvSpPr>
        <p:spPr>
          <a:xfrm>
            <a:off x="6958779" y="1045775"/>
            <a:ext cx="484238" cy="5177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CD4DDBF-97BD-D4A0-E2F7-9A7AA0F75AD5}"/>
              </a:ext>
            </a:extLst>
          </p:cNvPr>
          <p:cNvSpPr/>
          <p:nvPr/>
        </p:nvSpPr>
        <p:spPr>
          <a:xfrm>
            <a:off x="7718321" y="3379636"/>
            <a:ext cx="2627670" cy="134877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10E6B23-EB24-DF44-92AE-8582E94AF1DB}"/>
              </a:ext>
            </a:extLst>
          </p:cNvPr>
          <p:cNvSpPr/>
          <p:nvPr/>
        </p:nvSpPr>
        <p:spPr>
          <a:xfrm>
            <a:off x="4235244" y="5833083"/>
            <a:ext cx="1995949" cy="5937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91A2286-7C69-49E8-8658-AC875A193C76}"/>
              </a:ext>
            </a:extLst>
          </p:cNvPr>
          <p:cNvSpPr/>
          <p:nvPr/>
        </p:nvSpPr>
        <p:spPr>
          <a:xfrm>
            <a:off x="3871450" y="4864315"/>
            <a:ext cx="2880853" cy="59039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6BBDCC6-C318-5417-56D1-6CE06734B6BD}"/>
              </a:ext>
            </a:extLst>
          </p:cNvPr>
          <p:cNvSpPr/>
          <p:nvPr/>
        </p:nvSpPr>
        <p:spPr>
          <a:xfrm>
            <a:off x="3719052" y="3379636"/>
            <a:ext cx="3033251" cy="10696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B700263-2C13-C63F-B68F-6086FAFC5B19}"/>
              </a:ext>
            </a:extLst>
          </p:cNvPr>
          <p:cNvSpPr/>
          <p:nvPr/>
        </p:nvSpPr>
        <p:spPr>
          <a:xfrm>
            <a:off x="5746955" y="1546541"/>
            <a:ext cx="2750574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F1420B2-588A-ACC8-3C01-CA3605CD29C1}"/>
              </a:ext>
            </a:extLst>
          </p:cNvPr>
          <p:cNvSpPr/>
          <p:nvPr/>
        </p:nvSpPr>
        <p:spPr>
          <a:xfrm>
            <a:off x="6231193" y="431948"/>
            <a:ext cx="1939413" cy="62972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35DDD-1002-D9AC-485D-5E9ED43F23FE}"/>
              </a:ext>
            </a:extLst>
          </p:cNvPr>
          <p:cNvSpPr txBox="1"/>
          <p:nvPr/>
        </p:nvSpPr>
        <p:spPr>
          <a:xfrm>
            <a:off x="6485601" y="508029"/>
            <a:ext cx="1430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Admin UI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D17F1-B5EF-6294-73EB-D48BFB0604BB}"/>
              </a:ext>
            </a:extLst>
          </p:cNvPr>
          <p:cNvSpPr txBox="1"/>
          <p:nvPr/>
        </p:nvSpPr>
        <p:spPr>
          <a:xfrm>
            <a:off x="6041922" y="1603700"/>
            <a:ext cx="3033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API / Backend</a:t>
            </a:r>
            <a:r>
              <a:rPr lang="ru-RU" sz="2400" dirty="0">
                <a:solidFill>
                  <a:schemeClr val="bg1"/>
                </a:solidFill>
              </a:rPr>
              <a:t>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Auth,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Docs,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Clients, Reports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255D11-A713-1F67-6648-09804E5388F7}"/>
              </a:ext>
            </a:extLst>
          </p:cNvPr>
          <p:cNvSpPr txBox="1"/>
          <p:nvPr/>
        </p:nvSpPr>
        <p:spPr>
          <a:xfrm>
            <a:off x="3942736" y="3504871"/>
            <a:ext cx="3033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MySQL</a:t>
            </a:r>
            <a:r>
              <a:rPr lang="ru-RU" sz="2400" dirty="0">
                <a:solidFill>
                  <a:schemeClr val="bg1"/>
                </a:solidFill>
              </a:rPr>
              <a:t>, </a:t>
            </a:r>
            <a:r>
              <a:rPr lang="en-US" sz="2400" dirty="0">
                <a:solidFill>
                  <a:schemeClr val="bg1"/>
                </a:solidFill>
              </a:rPr>
              <a:t>users</a:t>
            </a:r>
            <a:r>
              <a:rPr lang="ru-RU" sz="2400" dirty="0">
                <a:solidFill>
                  <a:schemeClr val="bg1"/>
                </a:solidFill>
              </a:rPr>
              <a:t>, </a:t>
            </a:r>
            <a:r>
              <a:rPr lang="en-US" sz="2400" dirty="0">
                <a:solidFill>
                  <a:schemeClr val="bg1"/>
                </a:solidFill>
              </a:rPr>
              <a:t>clients</a:t>
            </a:r>
            <a:r>
              <a:rPr lang="ru-RU" sz="2400" dirty="0">
                <a:solidFill>
                  <a:schemeClr val="bg1"/>
                </a:solidFill>
              </a:rPr>
              <a:t>, </a:t>
            </a:r>
            <a:r>
              <a:rPr lang="en-US" sz="2400" dirty="0">
                <a:solidFill>
                  <a:schemeClr val="bg1"/>
                </a:solidFill>
              </a:rPr>
              <a:t>documents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E81D2-CFB7-0AAE-546D-A315C4238E0B}"/>
              </a:ext>
            </a:extLst>
          </p:cNvPr>
          <p:cNvSpPr txBox="1"/>
          <p:nvPr/>
        </p:nvSpPr>
        <p:spPr>
          <a:xfrm>
            <a:off x="7910051" y="3379636"/>
            <a:ext cx="3033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API / Backend</a:t>
            </a:r>
            <a:r>
              <a:rPr lang="ru-RU" sz="2400" dirty="0">
                <a:solidFill>
                  <a:schemeClr val="bg1"/>
                </a:solidFill>
              </a:rPr>
              <a:t>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Auth,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Docs,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Clients, Reports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27B5F6-DFEE-716D-F80A-6F147B7BA22C}"/>
              </a:ext>
            </a:extLst>
          </p:cNvPr>
          <p:cNvSpPr txBox="1"/>
          <p:nvPr/>
        </p:nvSpPr>
        <p:spPr>
          <a:xfrm>
            <a:off x="3942736" y="4928680"/>
            <a:ext cx="2880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Audit</a:t>
            </a:r>
            <a:r>
              <a:rPr lang="ru-RU" sz="2400" dirty="0">
                <a:solidFill>
                  <a:schemeClr val="bg1"/>
                </a:solidFill>
              </a:rPr>
              <a:t>, </a:t>
            </a:r>
            <a:r>
              <a:rPr lang="en-US" sz="2400" dirty="0">
                <a:solidFill>
                  <a:schemeClr val="bg1"/>
                </a:solidFill>
              </a:rPr>
              <a:t>Notifications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862AD1-BEC1-98B5-2333-63B0BEE05D0E}"/>
              </a:ext>
            </a:extLst>
          </p:cNvPr>
          <p:cNvSpPr txBox="1"/>
          <p:nvPr/>
        </p:nvSpPr>
        <p:spPr>
          <a:xfrm>
            <a:off x="4537586" y="5897449"/>
            <a:ext cx="1391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Client UI 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A82DD7CF-496E-BB72-A560-D82D69EA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845" y="286477"/>
            <a:ext cx="5379722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Архитектура</a:t>
            </a:r>
            <a:r>
              <a:rPr lang="ru-RU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42531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DFEC2-BB78-A9A0-8DE5-18F2B6581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8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Стек проекта</a:t>
            </a: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2571AFC1-00F9-77EE-71BA-792AA1DA1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76238"/>
              </p:ext>
            </p:extLst>
          </p:nvPr>
        </p:nvGraphicFramePr>
        <p:xfrm>
          <a:off x="1504335" y="1376516"/>
          <a:ext cx="9183330" cy="4866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1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87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Сервисы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B2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>
                          <a:solidFill>
                            <a:schemeClr val="bg1"/>
                          </a:solidFill>
                        </a:rPr>
                        <a:t>Технологии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и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фреймворки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B2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016"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Node.js, Express, Socket.IO, JWT, Multer,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Nodemailer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, date-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fns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dotenv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016">
                <a:tc>
                  <a:txBody>
                    <a:bodyPr/>
                    <a:lstStyle/>
                    <a:p>
                      <a:r>
                        <a:rPr dirty="0" err="1">
                          <a:solidFill>
                            <a:schemeClr val="bg1"/>
                          </a:solidFill>
                        </a:rPr>
                        <a:t>Работа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с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документами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>
                          <a:solidFill>
                            <a:schemeClr val="bg1"/>
                          </a:solidFill>
                        </a:rPr>
                        <a:t>PDFKit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ExcelJS,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файловое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хранилище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016">
                <a:tc>
                  <a:txBody>
                    <a:bodyPr/>
                    <a:lstStyle/>
                    <a:p>
                      <a:r>
                        <a:rPr dirty="0" err="1">
                          <a:solidFill>
                            <a:schemeClr val="bg1"/>
                          </a:solidFill>
                        </a:rPr>
                        <a:t>База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данных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MySQL, ER-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диаграмма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016">
                <a:tc>
                  <a:txBody>
                    <a:bodyPr/>
                    <a:lstStyle/>
                    <a:p>
                      <a:r>
                        <a:rPr dirty="0" err="1">
                          <a:solidFill>
                            <a:schemeClr val="bg1"/>
                          </a:solidFill>
                        </a:rPr>
                        <a:t>Клиентский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портал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chemeClr val="bg1"/>
                          </a:solidFill>
                        </a:rPr>
                        <a:t>React 18, axios, socket.io-client, three.js, кастомные UI-компоненты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016">
                <a:tc>
                  <a:txBody>
                    <a:bodyPr/>
                    <a:lstStyle/>
                    <a:p>
                      <a:r>
                        <a:rPr dirty="0" err="1">
                          <a:solidFill>
                            <a:schemeClr val="bg1"/>
                          </a:solidFill>
                        </a:rPr>
                        <a:t>Админ-панель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React 18,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axios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, socket.io-client, Recharts, CSS modules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016">
                <a:tc>
                  <a:txBody>
                    <a:bodyPr/>
                    <a:lstStyle/>
                    <a:p>
                      <a:r>
                        <a:rPr dirty="0" err="1">
                          <a:solidFill>
                            <a:schemeClr val="bg1"/>
                          </a:solidFill>
                        </a:rPr>
                        <a:t>Лэндинг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и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доступ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React 18, react-router-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dom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axios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кастомные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стили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56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DD883D-5AAA-1D14-5A19-56F594497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DA713-B37D-7CA5-CA18-44E61C503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4" y="5260259"/>
            <a:ext cx="6243486" cy="1325563"/>
          </a:xfrm>
        </p:spPr>
        <p:txBody>
          <a:bodyPr/>
          <a:lstStyle/>
          <a:p>
            <a:r>
              <a:rPr lang="en-US" b="1" dirty="0"/>
              <a:t>ER-</a:t>
            </a:r>
            <a:r>
              <a:rPr lang="ru-RU" b="1" dirty="0"/>
              <a:t>диаграмма БД </a:t>
            </a:r>
            <a:r>
              <a:rPr lang="en-US" b="1" dirty="0"/>
              <a:t>MSQL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36169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B5E896-4D1E-F5A9-4EB1-6705E50E2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180" y="2283618"/>
            <a:ext cx="6517640" cy="1145382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784009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216</Words>
  <Application>Microsoft Office PowerPoint</Application>
  <PresentationFormat>Широкоэкранный</PresentationFormat>
  <Paragraphs>38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Тема Office</vt:lpstr>
      <vt:lpstr>Презентация PowerPoint</vt:lpstr>
      <vt:lpstr>Презентация PowerPoint</vt:lpstr>
      <vt:lpstr>Основные функции проекта</vt:lpstr>
      <vt:lpstr>Архитектура проекта</vt:lpstr>
      <vt:lpstr>Стек проекта</vt:lpstr>
      <vt:lpstr>ER-диаграмма БД MSQL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Александров</dc:creator>
  <cp:lastModifiedBy>Андрей Александров</cp:lastModifiedBy>
  <cp:revision>20</cp:revision>
  <dcterms:created xsi:type="dcterms:W3CDTF">2025-10-31T16:13:10Z</dcterms:created>
  <dcterms:modified xsi:type="dcterms:W3CDTF">2025-11-10T18:24:46Z</dcterms:modified>
</cp:coreProperties>
</file>